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8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147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71316" cy="6874935"/>
            <a:chOff x="-8466" y="-8468"/>
            <a:chExt cx="9171316" cy="6874935"/>
          </a:xfrm>
        </p:grpSpPr>
        <p:cxnSp>
          <p:nvCxnSpPr>
            <p:cNvPr id="28" name="Straight Connector 2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Freeform 2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Freeform 3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Freeform 3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Freeform 3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4" name="Freeform 3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5" name="Freeform 3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6" name="Freeform 3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1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0085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152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1717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9177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5702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4840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6723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7145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028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8774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153560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6363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621283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7350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2734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980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71317" cy="6874935"/>
            <a:chOff x="-8467" y="-8468"/>
            <a:chExt cx="9171317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1965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89" r:id="rId3"/>
    <p:sldLayoutId id="2147483790" r:id="rId4"/>
    <p:sldLayoutId id="2147483791" r:id="rId5"/>
    <p:sldLayoutId id="2147483792" r:id="rId6"/>
    <p:sldLayoutId id="2147483793" r:id="rId7"/>
    <p:sldLayoutId id="2147483794" r:id="rId8"/>
    <p:sldLayoutId id="2147483795" r:id="rId9"/>
    <p:sldLayoutId id="2147483796" r:id="rId10"/>
    <p:sldLayoutId id="2147483797" r:id="rId11"/>
    <p:sldLayoutId id="2147483798" r:id="rId12"/>
    <p:sldLayoutId id="2147483799" r:id="rId13"/>
    <p:sldLayoutId id="2147483800" r:id="rId14"/>
    <p:sldLayoutId id="2147483801" r:id="rId15"/>
    <p:sldLayoutId id="2147483802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22983"/>
            <a:ext cx="82296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s-CO" b="1" dirty="0" err="1">
                <a:solidFill>
                  <a:schemeClr val="tx1"/>
                </a:solidFill>
              </a:rPr>
              <a:t>Presentacion</a:t>
            </a:r>
            <a:r>
              <a:rPr lang="es-CO" b="1" dirty="0">
                <a:solidFill>
                  <a:schemeClr val="tx1"/>
                </a:solidFill>
              </a:rPr>
              <a:t> de </a:t>
            </a:r>
            <a:r>
              <a:rPr lang="es-CO" b="1" dirty="0" err="1">
                <a:solidFill>
                  <a:schemeClr val="tx1"/>
                </a:solidFill>
              </a:rPr>
              <a:t>Right</a:t>
            </a:r>
            <a:r>
              <a:rPr lang="es-CO" b="1" dirty="0">
                <a:solidFill>
                  <a:schemeClr val="tx1"/>
                </a:solidFill>
              </a:rPr>
              <a:t> </a:t>
            </a:r>
            <a:r>
              <a:rPr lang="es-CO" b="1" dirty="0" err="1">
                <a:solidFill>
                  <a:schemeClr val="tx1"/>
                </a:solidFill>
              </a:rPr>
              <a:t>Join</a:t>
            </a:r>
            <a:br>
              <a:rPr lang="es-CO" b="1" dirty="0">
                <a:solidFill>
                  <a:schemeClr val="tx1"/>
                </a:solidFill>
              </a:rPr>
            </a:br>
            <a:r>
              <a:rPr lang="es-CO" dirty="0">
                <a:solidFill>
                  <a:schemeClr val="tx1"/>
                </a:solidFill>
              </a:rPr>
              <a:t>- Samuel Galeano</a:t>
            </a:r>
            <a:br>
              <a:rPr lang="es-CO" dirty="0">
                <a:solidFill>
                  <a:schemeClr val="tx1"/>
                </a:solidFill>
              </a:rPr>
            </a:br>
            <a:r>
              <a:rPr lang="es-CO" dirty="0">
                <a:solidFill>
                  <a:schemeClr val="tx1"/>
                </a:solidFill>
              </a:rPr>
              <a:t>- Brian Gil</a:t>
            </a:r>
            <a:r>
              <a:rPr lang="es-CO" b="1" dirty="0">
                <a:solidFill>
                  <a:schemeClr val="tx1"/>
                </a:solidFill>
              </a:rPr>
              <a:t> </a:t>
            </a:r>
            <a:endParaRPr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19018"/>
            <a:ext cx="8229600" cy="1143000"/>
          </a:xfrm>
        </p:spPr>
        <p:txBody>
          <a:bodyPr/>
          <a:lstStyle/>
          <a:p>
            <a:r>
              <a:rPr b="1" dirty="0"/>
              <a:t>¿</a:t>
            </a:r>
            <a:r>
              <a:rPr b="1" dirty="0" err="1"/>
              <a:t>Qué</a:t>
            </a:r>
            <a:r>
              <a:rPr b="1" dirty="0"/>
              <a:t> es JOIN?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743201"/>
            <a:ext cx="8229600" cy="1828800"/>
          </a:xfrm>
        </p:spPr>
        <p:txBody>
          <a:bodyPr>
            <a:normAutofit/>
          </a:bodyPr>
          <a:lstStyle/>
          <a:p>
            <a:r>
              <a:rPr sz="2400" dirty="0"/>
              <a:t>JOIN (o INNER JOIN) es </a:t>
            </a:r>
            <a:r>
              <a:rPr sz="2400" dirty="0" err="1"/>
              <a:t>una</a:t>
            </a:r>
            <a:r>
              <a:rPr sz="2400" dirty="0"/>
              <a:t> </a:t>
            </a:r>
            <a:r>
              <a:rPr sz="2400" dirty="0" err="1"/>
              <a:t>operación</a:t>
            </a:r>
            <a:r>
              <a:rPr sz="2400" dirty="0"/>
              <a:t> de SQL </a:t>
            </a:r>
            <a:r>
              <a:rPr sz="2400" dirty="0" err="1"/>
              <a:t>que</a:t>
            </a:r>
            <a:r>
              <a:rPr sz="2400" dirty="0"/>
              <a:t> </a:t>
            </a:r>
            <a:r>
              <a:rPr sz="2400" dirty="0" err="1"/>
              <a:t>permite</a:t>
            </a:r>
            <a:r>
              <a:rPr sz="2400" dirty="0"/>
              <a:t> </a:t>
            </a:r>
            <a:r>
              <a:rPr sz="2400" dirty="0" err="1"/>
              <a:t>combinar</a:t>
            </a:r>
            <a:r>
              <a:rPr sz="2400" dirty="0"/>
              <a:t> </a:t>
            </a:r>
            <a:r>
              <a:rPr sz="2400" dirty="0" err="1"/>
              <a:t>datos</a:t>
            </a:r>
            <a:r>
              <a:rPr sz="2400" dirty="0"/>
              <a:t> de dos </a:t>
            </a:r>
            <a:r>
              <a:rPr sz="2400" dirty="0" err="1"/>
              <a:t>tablas</a:t>
            </a:r>
            <a:r>
              <a:rPr sz="2400" dirty="0"/>
              <a:t> </a:t>
            </a:r>
            <a:r>
              <a:rPr sz="2400" dirty="0" err="1"/>
              <a:t>diferentes</a:t>
            </a:r>
            <a:r>
              <a:rPr sz="2400" dirty="0"/>
              <a:t> </a:t>
            </a:r>
            <a:r>
              <a:rPr sz="2400" dirty="0" err="1"/>
              <a:t>usando</a:t>
            </a:r>
            <a:r>
              <a:rPr sz="2400" dirty="0"/>
              <a:t> </a:t>
            </a:r>
            <a:r>
              <a:rPr sz="2400" dirty="0" err="1"/>
              <a:t>una</a:t>
            </a:r>
            <a:r>
              <a:rPr sz="2400" dirty="0"/>
              <a:t> columna </a:t>
            </a:r>
            <a:r>
              <a:rPr sz="2400" dirty="0" err="1"/>
              <a:t>en</a:t>
            </a:r>
            <a:r>
              <a:rPr sz="2400" dirty="0"/>
              <a:t> </a:t>
            </a:r>
            <a:r>
              <a:rPr sz="2400" dirty="0" err="1"/>
              <a:t>común</a:t>
            </a:r>
            <a:r>
              <a:rPr sz="2400"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46138"/>
            <a:ext cx="8229600" cy="1143000"/>
          </a:xfrm>
        </p:spPr>
        <p:txBody>
          <a:bodyPr/>
          <a:lstStyle/>
          <a:p>
            <a:r>
              <a:rPr b="1" dirty="0"/>
              <a:t>¿Para </a:t>
            </a:r>
            <a:r>
              <a:rPr b="1" dirty="0" err="1"/>
              <a:t>qué</a:t>
            </a:r>
            <a:r>
              <a:rPr b="1" dirty="0"/>
              <a:t> </a:t>
            </a:r>
            <a:r>
              <a:rPr b="1" dirty="0" err="1"/>
              <a:t>sirve</a:t>
            </a:r>
            <a:r>
              <a:rPr b="1" dirty="0"/>
              <a:t> JOIN?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544581"/>
            <a:ext cx="8229600" cy="2971800"/>
          </a:xfrm>
        </p:spPr>
        <p:txBody>
          <a:bodyPr>
            <a:normAutofit/>
          </a:bodyPr>
          <a:lstStyle/>
          <a:p>
            <a:r>
              <a:rPr sz="2400" dirty="0"/>
              <a:t>Sirve para:</a:t>
            </a:r>
          </a:p>
          <a:p>
            <a:r>
              <a:rPr sz="2400" dirty="0"/>
              <a:t>- </a:t>
            </a:r>
            <a:r>
              <a:rPr sz="2400" dirty="0" err="1"/>
              <a:t>Unir</a:t>
            </a:r>
            <a:r>
              <a:rPr sz="2400" dirty="0"/>
              <a:t> </a:t>
            </a:r>
            <a:r>
              <a:rPr sz="2400" dirty="0" err="1"/>
              <a:t>información</a:t>
            </a:r>
            <a:r>
              <a:rPr sz="2400" dirty="0"/>
              <a:t> de </a:t>
            </a:r>
            <a:r>
              <a:rPr sz="2400" dirty="0" err="1"/>
              <a:t>varias</a:t>
            </a:r>
            <a:r>
              <a:rPr sz="2400" dirty="0"/>
              <a:t> </a:t>
            </a:r>
            <a:r>
              <a:rPr sz="2400" dirty="0" err="1"/>
              <a:t>tablas</a:t>
            </a:r>
            <a:endParaRPr sz="2400" dirty="0"/>
          </a:p>
          <a:p>
            <a:r>
              <a:rPr sz="2400" dirty="0"/>
              <a:t>- </a:t>
            </a:r>
            <a:r>
              <a:rPr sz="2400" dirty="0" err="1"/>
              <a:t>Consultar</a:t>
            </a:r>
            <a:r>
              <a:rPr sz="2400" dirty="0"/>
              <a:t> </a:t>
            </a:r>
            <a:r>
              <a:rPr sz="2400" dirty="0" err="1"/>
              <a:t>datos</a:t>
            </a:r>
            <a:r>
              <a:rPr sz="2400" dirty="0"/>
              <a:t> </a:t>
            </a:r>
            <a:r>
              <a:rPr sz="2400" dirty="0" err="1"/>
              <a:t>relacionados</a:t>
            </a:r>
            <a:endParaRPr sz="2400" dirty="0"/>
          </a:p>
          <a:p>
            <a:r>
              <a:rPr sz="2400" dirty="0"/>
              <a:t>- </a:t>
            </a:r>
            <a:r>
              <a:rPr sz="2400" dirty="0" err="1"/>
              <a:t>Evitar</a:t>
            </a:r>
            <a:r>
              <a:rPr sz="2400" dirty="0"/>
              <a:t> </a:t>
            </a:r>
            <a:r>
              <a:rPr sz="2400" dirty="0" err="1"/>
              <a:t>duplicar</a:t>
            </a:r>
            <a:r>
              <a:rPr sz="2400" dirty="0"/>
              <a:t> </a:t>
            </a:r>
            <a:r>
              <a:rPr sz="2400" dirty="0" err="1"/>
              <a:t>información</a:t>
            </a:r>
            <a:r>
              <a:rPr sz="2400" dirty="0"/>
              <a:t> </a:t>
            </a:r>
            <a:r>
              <a:rPr sz="2400" dirty="0" err="1"/>
              <a:t>en</a:t>
            </a:r>
            <a:r>
              <a:rPr sz="2400" dirty="0"/>
              <a:t> la base de </a:t>
            </a:r>
            <a:r>
              <a:rPr sz="2400" dirty="0" err="1"/>
              <a:t>datos</a:t>
            </a:r>
            <a:endParaRPr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 err="1"/>
              <a:t>Ejemplo</a:t>
            </a:r>
            <a:r>
              <a:rPr b="1" dirty="0"/>
              <a:t> de JOIN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400" dirty="0" err="1"/>
              <a:t>Ejemplo</a:t>
            </a:r>
            <a:r>
              <a:rPr sz="2400" dirty="0"/>
              <a:t>:</a:t>
            </a:r>
          </a:p>
          <a:p>
            <a:r>
              <a:rPr sz="2400" dirty="0" err="1"/>
              <a:t>Tabla</a:t>
            </a:r>
            <a:r>
              <a:rPr sz="2400" dirty="0"/>
              <a:t> </a:t>
            </a:r>
            <a:r>
              <a:rPr sz="2400" dirty="0" err="1"/>
              <a:t>Clientes</a:t>
            </a:r>
            <a:r>
              <a:rPr sz="2400" dirty="0"/>
              <a:t> (</a:t>
            </a:r>
            <a:r>
              <a:rPr sz="2400" dirty="0" err="1"/>
              <a:t>id_cliente</a:t>
            </a:r>
            <a:r>
              <a:rPr sz="2400" dirty="0"/>
              <a:t>, </a:t>
            </a:r>
            <a:r>
              <a:rPr sz="2400" dirty="0" err="1"/>
              <a:t>nombre</a:t>
            </a:r>
            <a:r>
              <a:rPr sz="2400" dirty="0"/>
              <a:t>)</a:t>
            </a:r>
          </a:p>
          <a:p>
            <a:r>
              <a:rPr sz="2400" dirty="0" err="1"/>
              <a:t>Tabla</a:t>
            </a:r>
            <a:r>
              <a:rPr sz="2400" dirty="0"/>
              <a:t> </a:t>
            </a:r>
            <a:r>
              <a:rPr sz="2400" dirty="0" err="1"/>
              <a:t>Pedidos</a:t>
            </a:r>
            <a:r>
              <a:rPr sz="2400" dirty="0"/>
              <a:t> (</a:t>
            </a:r>
            <a:r>
              <a:rPr sz="2400" dirty="0" err="1"/>
              <a:t>id_cliente</a:t>
            </a:r>
            <a:r>
              <a:rPr sz="2400" dirty="0"/>
              <a:t>, </a:t>
            </a:r>
            <a:r>
              <a:rPr sz="2400" dirty="0" err="1"/>
              <a:t>producto</a:t>
            </a:r>
            <a:r>
              <a:rPr sz="2400" dirty="0"/>
              <a:t>)</a:t>
            </a:r>
          </a:p>
          <a:p>
            <a:endParaRPr sz="2400" dirty="0"/>
          </a:p>
          <a:p>
            <a:r>
              <a:rPr sz="2400" dirty="0"/>
              <a:t>SELECT </a:t>
            </a:r>
            <a:r>
              <a:rPr sz="2400" dirty="0" err="1"/>
              <a:t>nombre</a:t>
            </a:r>
            <a:r>
              <a:rPr sz="2400" dirty="0"/>
              <a:t>, </a:t>
            </a:r>
            <a:r>
              <a:rPr sz="2400" dirty="0" err="1"/>
              <a:t>producto</a:t>
            </a:r>
            <a:endParaRPr sz="2400" dirty="0"/>
          </a:p>
          <a:p>
            <a:r>
              <a:rPr sz="2400" dirty="0"/>
              <a:t>FROM </a:t>
            </a:r>
            <a:r>
              <a:rPr sz="2400" dirty="0" err="1"/>
              <a:t>clientes</a:t>
            </a:r>
            <a:endParaRPr sz="2400" dirty="0"/>
          </a:p>
          <a:p>
            <a:r>
              <a:rPr sz="2400" dirty="0"/>
              <a:t>JOIN </a:t>
            </a:r>
            <a:r>
              <a:rPr sz="2400" dirty="0" err="1"/>
              <a:t>pedidos</a:t>
            </a:r>
            <a:endParaRPr sz="2400" dirty="0"/>
          </a:p>
          <a:p>
            <a:r>
              <a:rPr sz="2400" dirty="0"/>
              <a:t>ON </a:t>
            </a:r>
            <a:r>
              <a:rPr sz="2400" dirty="0" err="1"/>
              <a:t>clientes.id_cliente</a:t>
            </a:r>
            <a:r>
              <a:rPr sz="2400" dirty="0"/>
              <a:t> = </a:t>
            </a:r>
            <a:r>
              <a:rPr sz="2400" dirty="0" err="1"/>
              <a:t>pedidos.id_cliente</a:t>
            </a:r>
            <a:r>
              <a:rPr sz="2400" dirty="0"/>
              <a:t>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59058"/>
            <a:ext cx="8229600" cy="1143000"/>
          </a:xfrm>
        </p:spPr>
        <p:txBody>
          <a:bodyPr/>
          <a:lstStyle/>
          <a:p>
            <a:r>
              <a:rPr b="1" dirty="0"/>
              <a:t>¿</a:t>
            </a:r>
            <a:r>
              <a:rPr b="1" dirty="0" err="1"/>
              <a:t>Qué</a:t>
            </a:r>
            <a:r>
              <a:rPr b="1" dirty="0"/>
              <a:t> es RIGHT JOIN?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994285"/>
            <a:ext cx="8229600" cy="2537085"/>
          </a:xfrm>
        </p:spPr>
        <p:txBody>
          <a:bodyPr>
            <a:normAutofit/>
          </a:bodyPr>
          <a:lstStyle/>
          <a:p>
            <a:r>
              <a:rPr sz="2400" dirty="0"/>
              <a:t>RIGHT JOIN </a:t>
            </a:r>
            <a:r>
              <a:rPr sz="2400" dirty="0" err="1"/>
              <a:t>muestra</a:t>
            </a:r>
            <a:r>
              <a:rPr sz="2400" dirty="0"/>
              <a:t> </a:t>
            </a:r>
            <a:r>
              <a:rPr sz="2400" dirty="0" err="1"/>
              <a:t>todos</a:t>
            </a:r>
            <a:r>
              <a:rPr sz="2400" dirty="0"/>
              <a:t> </a:t>
            </a:r>
            <a:r>
              <a:rPr sz="2400" dirty="0" err="1"/>
              <a:t>los</a:t>
            </a:r>
            <a:r>
              <a:rPr sz="2400" dirty="0"/>
              <a:t> </a:t>
            </a:r>
            <a:r>
              <a:rPr sz="2400" dirty="0" err="1"/>
              <a:t>registros</a:t>
            </a:r>
            <a:r>
              <a:rPr sz="2400" dirty="0"/>
              <a:t> de la </a:t>
            </a:r>
            <a:r>
              <a:rPr sz="2400" dirty="0" err="1"/>
              <a:t>tabla</a:t>
            </a:r>
            <a:r>
              <a:rPr sz="2400" dirty="0"/>
              <a:t> </a:t>
            </a:r>
            <a:r>
              <a:rPr sz="2400" dirty="0" err="1"/>
              <a:t>derecha</a:t>
            </a:r>
            <a:r>
              <a:rPr sz="2400" dirty="0"/>
              <a:t>,</a:t>
            </a:r>
          </a:p>
          <a:p>
            <a:r>
              <a:rPr sz="2400" dirty="0" err="1"/>
              <a:t>aunque</a:t>
            </a:r>
            <a:r>
              <a:rPr sz="2400" dirty="0"/>
              <a:t> no </a:t>
            </a:r>
            <a:r>
              <a:rPr sz="2400" dirty="0" err="1"/>
              <a:t>tengan</a:t>
            </a:r>
            <a:r>
              <a:rPr sz="2400" dirty="0"/>
              <a:t> </a:t>
            </a:r>
            <a:r>
              <a:rPr sz="2400" dirty="0" err="1"/>
              <a:t>coincidencia</a:t>
            </a:r>
            <a:r>
              <a:rPr sz="2400" dirty="0"/>
              <a:t> </a:t>
            </a:r>
            <a:r>
              <a:rPr sz="2400" dirty="0" err="1"/>
              <a:t>en</a:t>
            </a:r>
            <a:r>
              <a:rPr sz="2400" dirty="0"/>
              <a:t> la </a:t>
            </a:r>
            <a:r>
              <a:rPr sz="2400" dirty="0" err="1"/>
              <a:t>tabla</a:t>
            </a:r>
            <a:r>
              <a:rPr sz="2400" dirty="0"/>
              <a:t> </a:t>
            </a:r>
            <a:r>
              <a:rPr sz="2400" dirty="0" err="1"/>
              <a:t>izquierda</a:t>
            </a:r>
            <a:r>
              <a:rPr sz="2400" dirty="0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94166"/>
            <a:ext cx="8229600" cy="1143000"/>
          </a:xfrm>
        </p:spPr>
        <p:txBody>
          <a:bodyPr/>
          <a:lstStyle/>
          <a:p>
            <a:r>
              <a:rPr b="1" dirty="0"/>
              <a:t>¿Para </a:t>
            </a:r>
            <a:r>
              <a:rPr b="1" dirty="0" err="1"/>
              <a:t>qué</a:t>
            </a:r>
            <a:r>
              <a:rPr b="1" dirty="0"/>
              <a:t> </a:t>
            </a:r>
            <a:r>
              <a:rPr b="1" dirty="0" err="1"/>
              <a:t>sirve</a:t>
            </a:r>
            <a:r>
              <a:rPr b="1" dirty="0"/>
              <a:t> RIGHT JOIN?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743201"/>
            <a:ext cx="8229600" cy="3316574"/>
          </a:xfrm>
        </p:spPr>
        <p:txBody>
          <a:bodyPr>
            <a:normAutofit/>
          </a:bodyPr>
          <a:lstStyle/>
          <a:p>
            <a:r>
              <a:rPr sz="2400" dirty="0"/>
              <a:t>Sirve para:</a:t>
            </a:r>
          </a:p>
          <a:p>
            <a:r>
              <a:rPr sz="2400" dirty="0"/>
              <a:t>- Ver </a:t>
            </a:r>
            <a:r>
              <a:rPr sz="2400" dirty="0" err="1"/>
              <a:t>todos</a:t>
            </a:r>
            <a:r>
              <a:rPr sz="2400" dirty="0"/>
              <a:t> </a:t>
            </a:r>
            <a:r>
              <a:rPr sz="2400" dirty="0" err="1"/>
              <a:t>los</a:t>
            </a:r>
            <a:r>
              <a:rPr sz="2400" dirty="0"/>
              <a:t> </a:t>
            </a:r>
            <a:r>
              <a:rPr sz="2400" dirty="0" err="1"/>
              <a:t>registros</a:t>
            </a:r>
            <a:r>
              <a:rPr sz="2400" dirty="0"/>
              <a:t> de </a:t>
            </a:r>
            <a:r>
              <a:rPr sz="2400" dirty="0" err="1"/>
              <a:t>una</a:t>
            </a:r>
            <a:r>
              <a:rPr sz="2400" dirty="0"/>
              <a:t> </a:t>
            </a:r>
            <a:r>
              <a:rPr sz="2400" dirty="0" err="1"/>
              <a:t>tabla</a:t>
            </a:r>
            <a:r>
              <a:rPr sz="2400" dirty="0"/>
              <a:t> </a:t>
            </a:r>
            <a:r>
              <a:rPr sz="2400" dirty="0" err="1"/>
              <a:t>específica</a:t>
            </a:r>
            <a:endParaRPr sz="2400" dirty="0"/>
          </a:p>
          <a:p>
            <a:r>
              <a:rPr sz="2400" dirty="0"/>
              <a:t>- </a:t>
            </a:r>
            <a:r>
              <a:rPr sz="2400" dirty="0" err="1"/>
              <a:t>Encontrar</a:t>
            </a:r>
            <a:r>
              <a:rPr sz="2400" dirty="0"/>
              <a:t> </a:t>
            </a:r>
            <a:r>
              <a:rPr sz="2400" dirty="0" err="1"/>
              <a:t>datos</a:t>
            </a:r>
            <a:r>
              <a:rPr sz="2400" dirty="0"/>
              <a:t> </a:t>
            </a:r>
            <a:r>
              <a:rPr sz="2400" dirty="0" err="1"/>
              <a:t>que</a:t>
            </a:r>
            <a:r>
              <a:rPr sz="2400" dirty="0"/>
              <a:t> no </a:t>
            </a:r>
            <a:r>
              <a:rPr sz="2400" dirty="0" err="1"/>
              <a:t>tienen</a:t>
            </a:r>
            <a:r>
              <a:rPr sz="2400" dirty="0"/>
              <a:t> </a:t>
            </a:r>
            <a:r>
              <a:rPr sz="2400" dirty="0" err="1"/>
              <a:t>relación</a:t>
            </a:r>
            <a:r>
              <a:rPr sz="2400" dirty="0"/>
              <a:t> </a:t>
            </a:r>
            <a:r>
              <a:rPr sz="2400" dirty="0" err="1"/>
              <a:t>en</a:t>
            </a:r>
            <a:r>
              <a:rPr sz="2400" dirty="0"/>
              <a:t> </a:t>
            </a:r>
            <a:r>
              <a:rPr sz="2400" dirty="0" err="1"/>
              <a:t>otra</a:t>
            </a:r>
            <a:r>
              <a:rPr sz="2400" dirty="0"/>
              <a:t> </a:t>
            </a:r>
            <a:r>
              <a:rPr sz="2400" dirty="0" err="1"/>
              <a:t>tabla</a:t>
            </a:r>
            <a:endParaRPr sz="2400" dirty="0"/>
          </a:p>
          <a:p>
            <a:r>
              <a:rPr sz="2400" dirty="0"/>
              <a:t>- </a:t>
            </a:r>
            <a:r>
              <a:rPr sz="2400" dirty="0" err="1"/>
              <a:t>Detectar</a:t>
            </a:r>
            <a:r>
              <a:rPr sz="2400" dirty="0"/>
              <a:t> </a:t>
            </a:r>
            <a:r>
              <a:rPr sz="2400" dirty="0" err="1"/>
              <a:t>errores</a:t>
            </a:r>
            <a:r>
              <a:rPr sz="2400" dirty="0"/>
              <a:t> o </a:t>
            </a:r>
            <a:r>
              <a:rPr sz="2400" dirty="0" err="1"/>
              <a:t>datos</a:t>
            </a:r>
            <a:r>
              <a:rPr sz="2400" dirty="0"/>
              <a:t> </a:t>
            </a:r>
            <a:r>
              <a:rPr sz="2400" dirty="0" err="1"/>
              <a:t>faltantes</a:t>
            </a:r>
            <a:endParaRPr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 err="1"/>
              <a:t>Ejemplo</a:t>
            </a:r>
            <a:r>
              <a:rPr b="1" dirty="0"/>
              <a:t> de RIGHT JOIN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SELECT </a:t>
            </a:r>
            <a:r>
              <a:rPr sz="2400" dirty="0" err="1"/>
              <a:t>nombre</a:t>
            </a:r>
            <a:r>
              <a:rPr sz="2400" dirty="0"/>
              <a:t>, </a:t>
            </a:r>
            <a:r>
              <a:rPr sz="2400" dirty="0" err="1"/>
              <a:t>producto</a:t>
            </a:r>
            <a:endParaRPr sz="2400" dirty="0"/>
          </a:p>
          <a:p>
            <a:r>
              <a:rPr sz="2400" dirty="0"/>
              <a:t>FROM </a:t>
            </a:r>
            <a:r>
              <a:rPr sz="2400" dirty="0" err="1"/>
              <a:t>clientes</a:t>
            </a:r>
            <a:endParaRPr sz="2400" dirty="0"/>
          </a:p>
          <a:p>
            <a:r>
              <a:rPr sz="2400" dirty="0"/>
              <a:t>RIGHT JOIN </a:t>
            </a:r>
            <a:r>
              <a:rPr sz="2400" dirty="0" err="1"/>
              <a:t>pedidos</a:t>
            </a:r>
            <a:endParaRPr sz="2400" dirty="0"/>
          </a:p>
          <a:p>
            <a:r>
              <a:rPr sz="2400" dirty="0"/>
              <a:t>ON </a:t>
            </a:r>
            <a:r>
              <a:rPr sz="2400" dirty="0" err="1"/>
              <a:t>clientes.id_cliente</a:t>
            </a:r>
            <a:r>
              <a:rPr sz="2400" dirty="0"/>
              <a:t> = </a:t>
            </a:r>
            <a:r>
              <a:rPr sz="2400" dirty="0" err="1"/>
              <a:t>pedidos.id_cliente</a:t>
            </a:r>
            <a:r>
              <a:rPr sz="2400" dirty="0"/>
              <a:t>;</a:t>
            </a:r>
          </a:p>
          <a:p>
            <a:endParaRPr sz="2400" dirty="0"/>
          </a:p>
          <a:p>
            <a:r>
              <a:rPr sz="2400" dirty="0"/>
              <a:t>Si un </a:t>
            </a:r>
            <a:r>
              <a:rPr sz="2400" dirty="0" err="1"/>
              <a:t>pedido</a:t>
            </a:r>
            <a:r>
              <a:rPr sz="2400" dirty="0"/>
              <a:t> no </a:t>
            </a:r>
            <a:r>
              <a:rPr sz="2400" dirty="0" err="1"/>
              <a:t>tiene</a:t>
            </a:r>
            <a:r>
              <a:rPr sz="2400" dirty="0"/>
              <a:t> </a:t>
            </a:r>
            <a:r>
              <a:rPr sz="2400" dirty="0" err="1"/>
              <a:t>cliente</a:t>
            </a:r>
            <a:r>
              <a:rPr sz="2400" dirty="0"/>
              <a:t> </a:t>
            </a:r>
            <a:r>
              <a:rPr sz="2400" dirty="0" err="1"/>
              <a:t>registrado</a:t>
            </a:r>
            <a:r>
              <a:rPr sz="2400" dirty="0"/>
              <a:t>,</a:t>
            </a:r>
          </a:p>
          <a:p>
            <a:r>
              <a:rPr sz="2400" dirty="0" err="1"/>
              <a:t>aparecerá</a:t>
            </a:r>
            <a:r>
              <a:rPr sz="2400" dirty="0"/>
              <a:t> NULL </a:t>
            </a:r>
            <a:r>
              <a:rPr sz="2400" dirty="0" err="1"/>
              <a:t>en</a:t>
            </a:r>
            <a:r>
              <a:rPr sz="2400" dirty="0"/>
              <a:t> </a:t>
            </a:r>
            <a:r>
              <a:rPr sz="2400" dirty="0" err="1"/>
              <a:t>el</a:t>
            </a:r>
            <a:r>
              <a:rPr sz="2400" dirty="0"/>
              <a:t> </a:t>
            </a:r>
            <a:r>
              <a:rPr sz="2400" dirty="0" err="1"/>
              <a:t>nombre</a:t>
            </a:r>
            <a:r>
              <a:rPr sz="2400" dirty="0"/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 dirty="0" err="1"/>
              <a:t>Ejemplo</a:t>
            </a:r>
            <a:r>
              <a:rPr b="1" dirty="0"/>
              <a:t> de RIGHT JOIN</a:t>
            </a:r>
            <a:br>
              <a:rPr lang="es-CO" b="1" dirty="0"/>
            </a:br>
            <a:r>
              <a:rPr lang="es-CO" b="1" dirty="0"/>
              <a:t>con la base trabajada en clase</a:t>
            </a:r>
            <a:endParaRPr b="1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7DEDB8A-2EE6-4451-94A9-577F98B8D7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" y="1930400"/>
            <a:ext cx="2524477" cy="2772162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650AED02-137B-44E0-A783-91CD1EDFC0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6465" y="1930400"/>
            <a:ext cx="5386921" cy="3437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89328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">
  <a:themeElements>
    <a:clrScheme name="Fac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41</TotalTime>
  <Words>226</Words>
  <Application>Microsoft Office PowerPoint</Application>
  <PresentationFormat>Presentación en pantalla (4:3)</PresentationFormat>
  <Paragraphs>34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Arial</vt:lpstr>
      <vt:lpstr>Trebuchet MS</vt:lpstr>
      <vt:lpstr>Wingdings 3</vt:lpstr>
      <vt:lpstr>Faceta</vt:lpstr>
      <vt:lpstr>Presentacion de Right Join - Samuel Galeano - Brian Gil </vt:lpstr>
      <vt:lpstr>¿Qué es JOIN?</vt:lpstr>
      <vt:lpstr>¿Para qué sirve JOIN?</vt:lpstr>
      <vt:lpstr>Ejemplo de JOIN</vt:lpstr>
      <vt:lpstr>¿Qué es RIGHT JOIN?</vt:lpstr>
      <vt:lpstr>¿Para qué sirve RIGHT JOIN?</vt:lpstr>
      <vt:lpstr>Ejemplo de RIGHT JOIN</vt:lpstr>
      <vt:lpstr>Ejemplo de RIGHT JOIN con la base trabajada en clase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Presentacion de Right Join - Samuel Galeano - Brian Gil </dc:title>
  <dc:subject/>
  <dc:creator>Samuel</dc:creator>
  <cp:keywords/>
  <dc:description>generated using python-pptx</dc:description>
  <cp:lastModifiedBy>brian gil</cp:lastModifiedBy>
  <cp:revision>4</cp:revision>
  <dcterms:created xsi:type="dcterms:W3CDTF">2013-01-27T09:14:16Z</dcterms:created>
  <dcterms:modified xsi:type="dcterms:W3CDTF">2026-03-16T21:52:08Z</dcterms:modified>
  <cp:category/>
</cp:coreProperties>
</file>